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1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1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1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7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1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5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5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7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549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6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Python Programming Q&amp;A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AI Engineering Assessment</a:t>
            </a:r>
          </a:p>
          <a:p>
            <a:r>
              <a:t>Suryansh Ujjwal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AI-powered Python Q&amp;A Assistant that provides accurate and grounded answers to Python-related queries using a RAG pipeline and FastAPI.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Overflow - Python Questions &amp; Answers</a:t>
            </a:r>
          </a:p>
          <a:p>
            <a:r>
              <a:t>Source: Kaggle</a:t>
            </a:r>
          </a:p>
          <a:p>
            <a:r>
              <a:t>Used as the knowledge base for retrieval and answer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RAG Pipeline using LangChain</a:t>
            </a:r>
          </a:p>
          <a:p>
            <a:r>
              <a:t>• ChromaDB Vector Store</a:t>
            </a:r>
          </a:p>
          <a:p>
            <a:r>
              <a:t>• FastAPI Backend</a:t>
            </a:r>
          </a:p>
          <a:p>
            <a:r>
              <a:t>• Grok (xAI) API</a:t>
            </a:r>
          </a:p>
          <a:p>
            <a:r>
              <a:t>• Domain-specific Python question answering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FastAPI (/ask) → RAG Pipeline → ChromaDB Retriever → Relevant Context → Grok API → Answer →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Overflow Dataset → Preprocessing → Chunking → Embeddings → ChromaDB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/health</a:t>
            </a:r>
          </a:p>
          <a:p>
            <a:r>
              <a:t>POST /ask</a:t>
            </a:r>
          </a:p>
          <a:p/>
          <a:p>
            <a:r>
              <a:t>Live API URL:</a:t>
            </a:r>
          </a:p>
          <a:p>
            <a:r>
              <a:t>https://oppressive-meryl-unsummable.ngrok-free.dev</a:t>
            </a:r>
          </a:p>
          <a:p/>
          <a:p>
            <a:r>
              <a:t>Swagger Docs:</a:t>
            </a:r>
          </a:p>
          <a:p>
            <a:r>
              <a:t>https://oppressive-meryl-unsummable.ngrok-free.dev/docs</a:t>
            </a:r>
          </a:p>
          <a:p/>
          <a:p>
            <a:r>
              <a:t>Returns grounded Python-related answers and health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test cases executed.</a:t>
            </a:r>
          </a:p>
          <a:p>
            <a:r>
              <a:t>Python queries answered correctly.</a:t>
            </a:r>
          </a:p>
          <a:p>
            <a:r>
              <a:t>Out-of-domain queries rejected.</a:t>
            </a:r>
          </a:p>
          <a:p>
            <a:r>
              <a:t>Input validation handled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for 100+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Async FastAPI</a:t>
            </a:r>
          </a:p>
          <a:p>
            <a:r>
              <a:t>• Redis Caching</a:t>
            </a:r>
          </a:p>
          <a:p>
            <a:r>
              <a:t>• Load Balancer</a:t>
            </a:r>
          </a:p>
          <a:p>
            <a:r>
              <a:t>• Managed Vector Database</a:t>
            </a:r>
          </a:p>
          <a:p>
            <a:r>
              <a:t>• Horizontal Scaling</a:t>
            </a:r>
          </a:p>
          <a:p>
            <a:r>
              <a:t>• Monitoring &amp; Rate Limiting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and deployed a Python Q&amp;A Assistant using RAG.</a:t>
            </a:r>
          </a:p>
          <a:p>
            <a:r>
              <a:t>Public deployment available via ngrok.</a:t>
            </a:r>
          </a:p>
          <a:p/>
          <a:p>
            <a:r>
              <a:t>Live Demo:</a:t>
            </a:r>
          </a:p>
          <a:p>
            <a:r>
              <a:t>https://oppressive-meryl-unsummable.ngrok-free.dev</a:t>
            </a:r>
          </a:p>
          <a:p/>
          <a:p>
            <a:r>
              <a:t>Future work: source citations, conversation memory, Docker deployment, multi-LLM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Platform: ngrok</a:t>
            </a:r>
          </a:p>
          <a:p/>
          <a:p>
            <a:r>
              <a:t>Live URL:</a:t>
            </a:r>
          </a:p>
          <a:p>
            <a:r>
              <a:t>https://oppressive-meryl-unsummable.ngrok-free.dev</a:t>
            </a:r>
          </a:p>
          <a:p/>
          <a:p>
            <a:r>
              <a:t>Swagger Documentation:</a:t>
            </a:r>
          </a:p>
          <a:p>
            <a:r>
              <a:t>https://oppressive-meryl-unsummable.ngrok-free.dev/docs</a:t>
            </a:r>
          </a:p>
          <a:p/>
          <a:p>
            <a:r>
              <a:t>The application is publicly accessible for testing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</TotalTime>
  <Words>215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Python Programming Q&amp;A Assistant</vt:lpstr>
      <vt:lpstr>Problem Statement</vt:lpstr>
      <vt:lpstr>Dataset</vt:lpstr>
      <vt:lpstr>Solution Overview</vt:lpstr>
      <vt:lpstr>System Architecture</vt:lpstr>
      <vt:lpstr>Data Ingestion Pipeline</vt:lpstr>
      <vt:lpstr>API Endpoints</vt:lpstr>
      <vt:lpstr>Testing Results</vt:lpstr>
      <vt:lpstr>Scaling for 100+ Users</vt:lpstr>
      <vt:lpstr>Conclusion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suryansh ujjwal</dc:creator>
  <cp:keywords/>
  <dc:description>generated using python-pptx</dc:description>
  <cp:lastModifiedBy>Suryansh Ujjwal</cp:lastModifiedBy>
  <cp:revision>2</cp:revision>
  <dcterms:created xsi:type="dcterms:W3CDTF">2013-01-27T09:14:16Z</dcterms:created>
  <dcterms:modified xsi:type="dcterms:W3CDTF">2026-06-14T05:44:48Z</dcterms:modified>
  <cp:category/>
</cp:coreProperties>
</file>